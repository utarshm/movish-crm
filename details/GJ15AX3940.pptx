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67" r:id="rId3"/>
    <p:sldId id="270" r:id="rId4"/>
    <p:sldId id="272" r:id="rId5"/>
    <p:sldId id="263" r:id="rId6"/>
    <p:sldId id="259" r:id="rId7"/>
    <p:sldId id="260" r:id="rId8"/>
    <p:sldId id="257" r:id="rId9"/>
    <p:sldId id="261" r:id="rId10"/>
    <p:sldId id="262" r:id="rId11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2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C37E7-7F38-4245-BAFC-3F51F7B2C822}" type="datetimeFigureOut">
              <a:rPr lang="en-US" smtClean="0"/>
              <a:t>15-06-26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1E9F8-95BD-4EF8-B161-4595809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84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C37E7-7F38-4245-BAFC-3F51F7B2C822}" type="datetimeFigureOut">
              <a:rPr lang="en-US" smtClean="0"/>
              <a:t>15-06-26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1E9F8-95BD-4EF8-B161-4595809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046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C37E7-7F38-4245-BAFC-3F51F7B2C822}" type="datetimeFigureOut">
              <a:rPr lang="en-US" smtClean="0"/>
              <a:t>15-06-26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1E9F8-95BD-4EF8-B161-4595809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166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C37E7-7F38-4245-BAFC-3F51F7B2C822}" type="datetimeFigureOut">
              <a:rPr lang="en-US" smtClean="0"/>
              <a:t>15-06-26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1E9F8-95BD-4EF8-B161-4595809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368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C37E7-7F38-4245-BAFC-3F51F7B2C822}" type="datetimeFigureOut">
              <a:rPr lang="en-US" smtClean="0"/>
              <a:t>15-06-26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1E9F8-95BD-4EF8-B161-4595809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09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C37E7-7F38-4245-BAFC-3F51F7B2C822}" type="datetimeFigureOut">
              <a:rPr lang="en-US" smtClean="0"/>
              <a:t>15-06-26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1E9F8-95BD-4EF8-B161-4595809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38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C37E7-7F38-4245-BAFC-3F51F7B2C822}" type="datetimeFigureOut">
              <a:rPr lang="en-US" smtClean="0"/>
              <a:t>15-06-26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1E9F8-95BD-4EF8-B161-4595809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215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C37E7-7F38-4245-BAFC-3F51F7B2C822}" type="datetimeFigureOut">
              <a:rPr lang="en-US" smtClean="0"/>
              <a:t>15-06-26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1E9F8-95BD-4EF8-B161-4595809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72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C37E7-7F38-4245-BAFC-3F51F7B2C822}" type="datetimeFigureOut">
              <a:rPr lang="en-US" smtClean="0"/>
              <a:t>15-06-26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1E9F8-95BD-4EF8-B161-4595809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934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C37E7-7F38-4245-BAFC-3F51F7B2C822}" type="datetimeFigureOut">
              <a:rPr lang="en-US" smtClean="0"/>
              <a:t>15-06-26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1E9F8-95BD-4EF8-B161-4595809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907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C37E7-7F38-4245-BAFC-3F51F7B2C822}" type="datetimeFigureOut">
              <a:rPr lang="en-US" smtClean="0"/>
              <a:t>15-06-26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1E9F8-95BD-4EF8-B161-4595809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347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C37E7-7F38-4245-BAFC-3F51F7B2C822}" type="datetimeFigureOut">
              <a:rPr lang="en-US" smtClean="0"/>
              <a:t>15-06-26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1E9F8-95BD-4EF8-B161-4595809E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0005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6-15 at 10.43.04 A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473" y="0"/>
            <a:ext cx="391111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06-15 at 10.43.08 AM (2)"/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061" y="0"/>
            <a:ext cx="386422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8382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6-15 at 10.43.05 A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0"/>
            <a:ext cx="12192000" cy="5486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3537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6-15 at 10.43.05 A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0"/>
            <a:ext cx="12192000" cy="5486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4058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6-15 at 10.43.04 A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0"/>
            <a:ext cx="12192000" cy="5486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7116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6-15 at 10.43.06 A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15862" y="-2725616"/>
            <a:ext cx="4560277" cy="1219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2720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6-15 at 10.43.08 A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16815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6-15 at 10.43.07 A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046" y="0"/>
            <a:ext cx="3477358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06-15 at 10.43.06 AM (2)"/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241" y="0"/>
            <a:ext cx="36532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ight Arrow 3"/>
          <p:cNvSpPr/>
          <p:nvPr/>
        </p:nvSpPr>
        <p:spPr>
          <a:xfrm rot="3007903">
            <a:off x="7458074" y="2684034"/>
            <a:ext cx="1289538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273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6-15 at 10.43.08 A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184" y="0"/>
            <a:ext cx="331323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06-15 at 10.43.06 AM (3)"/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1105" y="0"/>
            <a:ext cx="355941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Up Arrow 3"/>
          <p:cNvSpPr/>
          <p:nvPr/>
        </p:nvSpPr>
        <p:spPr>
          <a:xfrm rot="2922313">
            <a:off x="2360001" y="2749062"/>
            <a:ext cx="328246" cy="135987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eft Arrow 4"/>
          <p:cNvSpPr/>
          <p:nvPr/>
        </p:nvSpPr>
        <p:spPr>
          <a:xfrm rot="2077176">
            <a:off x="8123344" y="2543909"/>
            <a:ext cx="1383323" cy="43375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75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6-15 at 10.43.07 A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745523" y="-2526323"/>
            <a:ext cx="4700954" cy="121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Down Arrow 2"/>
          <p:cNvSpPr/>
          <p:nvPr/>
        </p:nvSpPr>
        <p:spPr>
          <a:xfrm>
            <a:off x="7842739" y="890954"/>
            <a:ext cx="234461" cy="14067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386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6-15 at 10.43.07 A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Down Arrow 2"/>
          <p:cNvSpPr/>
          <p:nvPr/>
        </p:nvSpPr>
        <p:spPr>
          <a:xfrm>
            <a:off x="6775939" y="797169"/>
            <a:ext cx="234462" cy="13481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15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</cp:revision>
  <dcterms:created xsi:type="dcterms:W3CDTF">2026-06-15T05:25:02Z</dcterms:created>
  <dcterms:modified xsi:type="dcterms:W3CDTF">2026-06-15T05:30:26Z</dcterms:modified>
</cp:coreProperties>
</file>